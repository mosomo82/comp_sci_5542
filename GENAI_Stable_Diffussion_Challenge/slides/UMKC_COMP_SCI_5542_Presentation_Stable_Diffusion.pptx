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8" r:id="rId2"/>
    <p:sldId id="265" r:id="rId3"/>
    <p:sldId id="258" r:id="rId4"/>
    <p:sldId id="270" r:id="rId5"/>
    <p:sldId id="271" r:id="rId6"/>
    <p:sldId id="260" r:id="rId7"/>
    <p:sldId id="273" r:id="rId8"/>
    <p:sldId id="274" r:id="rId9"/>
    <p:sldId id="275" r:id="rId10"/>
    <p:sldId id="276" r:id="rId11"/>
    <p:sldId id="277" r:id="rId12"/>
    <p:sldId id="279" r:id="rId13"/>
  </p:sldIdLst>
  <p:sldSz cx="32918400" cy="21945600"/>
  <p:notesSz cx="7019925" cy="9305925"/>
  <p:defaultTextStyle>
    <a:defPPr>
      <a:defRPr lang="en-US"/>
    </a:defPPr>
    <a:lvl1pPr algn="l" defTabSz="1565610" rtl="0" eaLnBrk="0" fontAlgn="base" hangingPunct="0">
      <a:spcBef>
        <a:spcPct val="0"/>
      </a:spcBef>
      <a:spcAft>
        <a:spcPct val="0"/>
      </a:spcAft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1pPr>
    <a:lvl2pPr marL="1565610" indent="-994133" algn="l" defTabSz="1565610" rtl="0" eaLnBrk="0" fontAlgn="base" hangingPunct="0">
      <a:spcBef>
        <a:spcPct val="0"/>
      </a:spcBef>
      <a:spcAft>
        <a:spcPct val="0"/>
      </a:spcAft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2pPr>
    <a:lvl3pPr marL="3133204" indent="-1990250" algn="l" defTabSz="1565610" rtl="0" eaLnBrk="0" fontAlgn="base" hangingPunct="0">
      <a:spcBef>
        <a:spcPct val="0"/>
      </a:spcBef>
      <a:spcAft>
        <a:spcPct val="0"/>
      </a:spcAft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3pPr>
    <a:lvl4pPr marL="4700797" indent="-2986366" algn="l" defTabSz="1565610" rtl="0" eaLnBrk="0" fontAlgn="base" hangingPunct="0">
      <a:spcBef>
        <a:spcPct val="0"/>
      </a:spcBef>
      <a:spcAft>
        <a:spcPct val="0"/>
      </a:spcAft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4pPr>
    <a:lvl5pPr marL="6268391" indent="-3982482" algn="l" defTabSz="1565610" rtl="0" eaLnBrk="0" fontAlgn="base" hangingPunct="0">
      <a:spcBef>
        <a:spcPct val="0"/>
      </a:spcBef>
      <a:spcAft>
        <a:spcPct val="0"/>
      </a:spcAft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5pPr>
    <a:lvl6pPr marL="2857386" algn="l" defTabSz="571477" rtl="0" eaLnBrk="1" latinLnBrk="0" hangingPunct="1"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6pPr>
    <a:lvl7pPr marL="3428863" algn="l" defTabSz="571477" rtl="0" eaLnBrk="1" latinLnBrk="0" hangingPunct="1"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7pPr>
    <a:lvl8pPr marL="4000340" algn="l" defTabSz="571477" rtl="0" eaLnBrk="1" latinLnBrk="0" hangingPunct="1"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8pPr>
    <a:lvl9pPr marL="4571817" algn="l" defTabSz="571477" rtl="0" eaLnBrk="1" latinLnBrk="0" hangingPunct="1">
      <a:defRPr sz="6125" kern="1200">
        <a:solidFill>
          <a:schemeClr val="tx1"/>
        </a:solidFill>
        <a:latin typeface="Calibri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D00"/>
    <a:srgbClr val="0066CC"/>
    <a:srgbClr val="0065BD"/>
    <a:srgbClr val="ECC200"/>
    <a:srgbClr val="FFCC00"/>
    <a:srgbClr val="B704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4660" autoAdjust="0"/>
  </p:normalViewPr>
  <p:slideViewPr>
    <p:cSldViewPr snapToGrid="0" snapToObjects="1">
      <p:cViewPr>
        <p:scale>
          <a:sx n="25" d="100"/>
          <a:sy n="25" d="100"/>
        </p:scale>
        <p:origin x="1282" y="-24"/>
      </p:cViewPr>
      <p:guideLst>
        <p:guide orient="horz" pos="6912"/>
        <p:guide pos="10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04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42603" cy="467203"/>
          </a:xfrm>
          <a:prstGeom prst="rect">
            <a:avLst/>
          </a:prstGeom>
        </p:spPr>
        <p:txBody>
          <a:bodyPr vert="horz" lIns="91522" tIns="45761" rIns="91522" bIns="45761" rtlCol="0"/>
          <a:lstStyle>
            <a:lvl1pPr algn="l">
              <a:defRPr sz="1200" smtClean="0"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5734" y="1"/>
            <a:ext cx="3042603" cy="467203"/>
          </a:xfrm>
          <a:prstGeom prst="rect">
            <a:avLst/>
          </a:prstGeom>
        </p:spPr>
        <p:txBody>
          <a:bodyPr vert="horz" wrap="square" lIns="91522" tIns="45761" rIns="91522" bIns="4576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8EAE486-2AB8-5A4C-816B-CE1687CF82ED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38723"/>
            <a:ext cx="3042603" cy="467203"/>
          </a:xfrm>
          <a:prstGeom prst="rect">
            <a:avLst/>
          </a:prstGeom>
        </p:spPr>
        <p:txBody>
          <a:bodyPr vert="horz" lIns="91522" tIns="45761" rIns="91522" bIns="45761" rtlCol="0" anchor="b"/>
          <a:lstStyle>
            <a:lvl1pPr algn="l">
              <a:defRPr sz="1200" smtClean="0"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5734" y="8838723"/>
            <a:ext cx="3042603" cy="467203"/>
          </a:xfrm>
          <a:prstGeom prst="rect">
            <a:avLst/>
          </a:prstGeom>
        </p:spPr>
        <p:txBody>
          <a:bodyPr vert="horz" wrap="square" lIns="91522" tIns="45761" rIns="91522" bIns="4576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F6DAAC1-F55D-6544-9A9F-535BE0FE3B82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630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42603" cy="467203"/>
          </a:xfrm>
          <a:prstGeom prst="rect">
            <a:avLst/>
          </a:prstGeom>
        </p:spPr>
        <p:txBody>
          <a:bodyPr vert="horz" lIns="93262" tIns="46631" rIns="93262" bIns="46631" rtlCol="0"/>
          <a:lstStyle>
            <a:lvl1pPr algn="l">
              <a:defRPr sz="1200" smtClean="0"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5734" y="1"/>
            <a:ext cx="3042603" cy="467203"/>
          </a:xfrm>
          <a:prstGeom prst="rect">
            <a:avLst/>
          </a:prstGeom>
        </p:spPr>
        <p:txBody>
          <a:bodyPr vert="horz" wrap="square" lIns="93262" tIns="46631" rIns="93262" bIns="4663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02BFBF8-87E8-0C46-814C-029473C9CAD2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4113" y="1162050"/>
            <a:ext cx="4711700" cy="3141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62" tIns="46631" rIns="93262" bIns="46631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630" y="4478159"/>
            <a:ext cx="5614668" cy="3664526"/>
          </a:xfrm>
          <a:prstGeom prst="rect">
            <a:avLst/>
          </a:prstGeom>
        </p:spPr>
        <p:txBody>
          <a:bodyPr vert="horz" lIns="93262" tIns="46631" rIns="93262" bIns="46631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38723"/>
            <a:ext cx="3042603" cy="467203"/>
          </a:xfrm>
          <a:prstGeom prst="rect">
            <a:avLst/>
          </a:prstGeom>
        </p:spPr>
        <p:txBody>
          <a:bodyPr vert="horz" lIns="93262" tIns="46631" rIns="93262" bIns="46631" rtlCol="0" anchor="b"/>
          <a:lstStyle>
            <a:lvl1pPr algn="l">
              <a:defRPr sz="1200" smtClean="0"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5734" y="8838723"/>
            <a:ext cx="3042603" cy="467203"/>
          </a:xfrm>
          <a:prstGeom prst="rect">
            <a:avLst/>
          </a:prstGeom>
        </p:spPr>
        <p:txBody>
          <a:bodyPr vert="horz" wrap="square" lIns="93262" tIns="46631" rIns="93262" bIns="4663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03722F3-2533-2846-A48F-9C720EB2471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4767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571477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142954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714431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285909" algn="l" rtl="0" fontAlgn="base">
      <a:spcBef>
        <a:spcPct val="30000"/>
      </a:spcBef>
      <a:spcAft>
        <a:spcPct val="0"/>
      </a:spcAft>
      <a:defRPr sz="15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857386" algn="l" defTabSz="114295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28863" algn="l" defTabSz="114295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00340" algn="l" defTabSz="114295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71817" algn="l" defTabSz="114295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53A20-AB09-430D-B128-C0F74A97E6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20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817362"/>
            <a:ext cx="27980640" cy="4704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12435840"/>
            <a:ext cx="2304288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044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808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213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617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022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426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831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235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EABD84-CF29-AC4D-BB65-FC6EA6B2F3A3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AC06D-30C1-2545-9438-DC3DC9EB42B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34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8A3660-66F6-2A43-9AD8-CAAE8DA7A485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F6EB9F-D349-D54B-9F90-093004DA19D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24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82"/>
            <a:ext cx="27980640" cy="4358640"/>
          </a:xfrm>
        </p:spPr>
        <p:txBody>
          <a:bodyPr anchor="t"/>
          <a:lstStyle>
            <a:lvl1pPr algn="l">
              <a:defRPr sz="123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3"/>
            <a:ext cx="27980640" cy="4800598"/>
          </a:xfrm>
        </p:spPr>
        <p:txBody>
          <a:bodyPr anchor="b"/>
          <a:lstStyle>
            <a:lvl1pPr marL="0" indent="0">
              <a:buNone/>
              <a:defRPr sz="6160">
                <a:solidFill>
                  <a:schemeClr val="tx1">
                    <a:tint val="75000"/>
                  </a:schemeClr>
                </a:solidFill>
              </a:defRPr>
            </a:lvl1pPr>
            <a:lvl2pPr marL="1404489" indent="0">
              <a:buNone/>
              <a:defRPr sz="5488">
                <a:solidFill>
                  <a:schemeClr val="tx1">
                    <a:tint val="75000"/>
                  </a:schemeClr>
                </a:solidFill>
              </a:defRPr>
            </a:lvl2pPr>
            <a:lvl3pPr marL="2808978" indent="0">
              <a:buNone/>
              <a:defRPr sz="4928">
                <a:solidFill>
                  <a:schemeClr val="tx1">
                    <a:tint val="75000"/>
                  </a:schemeClr>
                </a:solidFill>
              </a:defRPr>
            </a:lvl3pPr>
            <a:lvl4pPr marL="4213467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4pPr>
            <a:lvl5pPr marL="5617957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5pPr>
            <a:lvl6pPr marL="7022446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6pPr>
            <a:lvl7pPr marL="8426935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7pPr>
            <a:lvl8pPr marL="9831424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8pPr>
            <a:lvl9pPr marL="11235913" indent="0">
              <a:buNone/>
              <a:defRPr sz="42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8FE39D-C21C-344F-8517-83E7882B320F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33D62-8221-1A46-B643-D885C3AA0DE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72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7760" y="12288523"/>
            <a:ext cx="44165520" cy="34762438"/>
          </a:xfrm>
        </p:spPr>
        <p:txBody>
          <a:bodyPr/>
          <a:lstStyle>
            <a:lvl1pPr>
              <a:defRPr sz="8624"/>
            </a:lvl1pPr>
            <a:lvl2pPr>
              <a:defRPr sz="7392"/>
            </a:lvl2pPr>
            <a:lvl3pPr>
              <a:defRPr sz="6160"/>
            </a:lvl3pPr>
            <a:lvl4pPr>
              <a:defRPr sz="5488"/>
            </a:lvl4pPr>
            <a:lvl5pPr>
              <a:defRPr sz="5488"/>
            </a:lvl5pPr>
            <a:lvl6pPr>
              <a:defRPr sz="5488"/>
            </a:lvl6pPr>
            <a:lvl7pPr>
              <a:defRPr sz="5488"/>
            </a:lvl7pPr>
            <a:lvl8pPr>
              <a:defRPr sz="5488"/>
            </a:lvl8pPr>
            <a:lvl9pPr>
              <a:defRPr sz="5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51920" y="12288523"/>
            <a:ext cx="44165520" cy="34762438"/>
          </a:xfrm>
        </p:spPr>
        <p:txBody>
          <a:bodyPr/>
          <a:lstStyle>
            <a:lvl1pPr>
              <a:defRPr sz="8624"/>
            </a:lvl1pPr>
            <a:lvl2pPr>
              <a:defRPr sz="7392"/>
            </a:lvl2pPr>
            <a:lvl3pPr>
              <a:defRPr sz="6160"/>
            </a:lvl3pPr>
            <a:lvl4pPr>
              <a:defRPr sz="5488"/>
            </a:lvl4pPr>
            <a:lvl5pPr>
              <a:defRPr sz="5488"/>
            </a:lvl5pPr>
            <a:lvl6pPr>
              <a:defRPr sz="5488"/>
            </a:lvl6pPr>
            <a:lvl7pPr>
              <a:defRPr sz="5488"/>
            </a:lvl7pPr>
            <a:lvl8pPr>
              <a:defRPr sz="5488"/>
            </a:lvl8pPr>
            <a:lvl9pPr>
              <a:defRPr sz="5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CF47A4-25DE-B64B-A892-D07A3737C17D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25154E-1F1C-AC44-8449-D04FD65B3A0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403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878842"/>
            <a:ext cx="29626560" cy="3657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3"/>
            <a:ext cx="14544677" cy="2047238"/>
          </a:xfrm>
        </p:spPr>
        <p:txBody>
          <a:bodyPr anchor="b"/>
          <a:lstStyle>
            <a:lvl1pPr marL="0" indent="0">
              <a:buNone/>
              <a:defRPr sz="7392" b="1"/>
            </a:lvl1pPr>
            <a:lvl2pPr marL="1404489" indent="0">
              <a:buNone/>
              <a:defRPr sz="6160" b="1"/>
            </a:lvl2pPr>
            <a:lvl3pPr marL="2808978" indent="0">
              <a:buNone/>
              <a:defRPr sz="5488" b="1"/>
            </a:lvl3pPr>
            <a:lvl4pPr marL="4213467" indent="0">
              <a:buNone/>
              <a:defRPr sz="4928" b="1"/>
            </a:lvl4pPr>
            <a:lvl5pPr marL="5617957" indent="0">
              <a:buNone/>
              <a:defRPr sz="4928" b="1"/>
            </a:lvl5pPr>
            <a:lvl6pPr marL="7022446" indent="0">
              <a:buNone/>
              <a:defRPr sz="4928" b="1"/>
            </a:lvl6pPr>
            <a:lvl7pPr marL="8426935" indent="0">
              <a:buNone/>
              <a:defRPr sz="4928" b="1"/>
            </a:lvl7pPr>
            <a:lvl8pPr marL="9831424" indent="0">
              <a:buNone/>
              <a:defRPr sz="4928" b="1"/>
            </a:lvl8pPr>
            <a:lvl9pPr marL="11235913" indent="0">
              <a:buNone/>
              <a:defRPr sz="49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1"/>
            <a:ext cx="14544677" cy="12644122"/>
          </a:xfrm>
        </p:spPr>
        <p:txBody>
          <a:bodyPr/>
          <a:lstStyle>
            <a:lvl1pPr>
              <a:defRPr sz="7392"/>
            </a:lvl1pPr>
            <a:lvl2pPr>
              <a:defRPr sz="6160"/>
            </a:lvl2pPr>
            <a:lvl3pPr>
              <a:defRPr sz="5488"/>
            </a:lvl3pPr>
            <a:lvl4pPr>
              <a:defRPr sz="4928"/>
            </a:lvl4pPr>
            <a:lvl5pPr>
              <a:defRPr sz="4928"/>
            </a:lvl5pPr>
            <a:lvl6pPr>
              <a:defRPr sz="4928"/>
            </a:lvl6pPr>
            <a:lvl7pPr>
              <a:defRPr sz="4928"/>
            </a:lvl7pPr>
            <a:lvl8pPr>
              <a:defRPr sz="4928"/>
            </a:lvl8pPr>
            <a:lvl9pPr>
              <a:defRPr sz="49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4" y="4912363"/>
            <a:ext cx="14550390" cy="2047238"/>
          </a:xfrm>
        </p:spPr>
        <p:txBody>
          <a:bodyPr anchor="b"/>
          <a:lstStyle>
            <a:lvl1pPr marL="0" indent="0">
              <a:buNone/>
              <a:defRPr sz="7392" b="1"/>
            </a:lvl1pPr>
            <a:lvl2pPr marL="1404489" indent="0">
              <a:buNone/>
              <a:defRPr sz="6160" b="1"/>
            </a:lvl2pPr>
            <a:lvl3pPr marL="2808978" indent="0">
              <a:buNone/>
              <a:defRPr sz="5488" b="1"/>
            </a:lvl3pPr>
            <a:lvl4pPr marL="4213467" indent="0">
              <a:buNone/>
              <a:defRPr sz="4928" b="1"/>
            </a:lvl4pPr>
            <a:lvl5pPr marL="5617957" indent="0">
              <a:buNone/>
              <a:defRPr sz="4928" b="1"/>
            </a:lvl5pPr>
            <a:lvl6pPr marL="7022446" indent="0">
              <a:buNone/>
              <a:defRPr sz="4928" b="1"/>
            </a:lvl6pPr>
            <a:lvl7pPr marL="8426935" indent="0">
              <a:buNone/>
              <a:defRPr sz="4928" b="1"/>
            </a:lvl7pPr>
            <a:lvl8pPr marL="9831424" indent="0">
              <a:buNone/>
              <a:defRPr sz="4928" b="1"/>
            </a:lvl8pPr>
            <a:lvl9pPr marL="11235913" indent="0">
              <a:buNone/>
              <a:defRPr sz="49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4" y="6959601"/>
            <a:ext cx="14550390" cy="12644122"/>
          </a:xfrm>
        </p:spPr>
        <p:txBody>
          <a:bodyPr/>
          <a:lstStyle>
            <a:lvl1pPr>
              <a:defRPr sz="7392"/>
            </a:lvl1pPr>
            <a:lvl2pPr>
              <a:defRPr sz="6160"/>
            </a:lvl2pPr>
            <a:lvl3pPr>
              <a:defRPr sz="5488"/>
            </a:lvl3pPr>
            <a:lvl4pPr>
              <a:defRPr sz="4928"/>
            </a:lvl4pPr>
            <a:lvl5pPr>
              <a:defRPr sz="4928"/>
            </a:lvl5pPr>
            <a:lvl6pPr>
              <a:defRPr sz="4928"/>
            </a:lvl6pPr>
            <a:lvl7pPr>
              <a:defRPr sz="4928"/>
            </a:lvl7pPr>
            <a:lvl8pPr>
              <a:defRPr sz="4928"/>
            </a:lvl8pPr>
            <a:lvl9pPr>
              <a:defRPr sz="49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E269FE-E4CB-9B42-A989-1E98C429C084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AC0720-727D-CD46-93A3-F1070E02661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58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85610E-6825-7747-9AFA-B8DB8C686036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6567C6-67F5-2246-BF69-F0982A3CE32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71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70D226-F735-7442-BEAB-ACEF4226E9DA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916DB3-1C09-6843-9CFB-CFA05798753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36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3" y="873760"/>
            <a:ext cx="10829927" cy="3718560"/>
          </a:xfrm>
        </p:spPr>
        <p:txBody>
          <a:bodyPr anchor="b"/>
          <a:lstStyle>
            <a:lvl1pPr algn="l">
              <a:defRPr sz="616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873761"/>
            <a:ext cx="18402300" cy="18729962"/>
          </a:xfrm>
        </p:spPr>
        <p:txBody>
          <a:bodyPr/>
          <a:lstStyle>
            <a:lvl1pPr>
              <a:defRPr sz="9856"/>
            </a:lvl1pPr>
            <a:lvl2pPr>
              <a:defRPr sz="8624"/>
            </a:lvl2pPr>
            <a:lvl3pPr>
              <a:defRPr sz="7392"/>
            </a:lvl3pPr>
            <a:lvl4pPr>
              <a:defRPr sz="6160"/>
            </a:lvl4pPr>
            <a:lvl5pPr>
              <a:defRPr sz="6160"/>
            </a:lvl5pPr>
            <a:lvl6pPr>
              <a:defRPr sz="6160"/>
            </a:lvl6pPr>
            <a:lvl7pPr>
              <a:defRPr sz="6160"/>
            </a:lvl7pPr>
            <a:lvl8pPr>
              <a:defRPr sz="6160"/>
            </a:lvl8pPr>
            <a:lvl9pPr>
              <a:defRPr sz="6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3" y="4592321"/>
            <a:ext cx="10829927" cy="15011402"/>
          </a:xfrm>
        </p:spPr>
        <p:txBody>
          <a:bodyPr/>
          <a:lstStyle>
            <a:lvl1pPr marL="0" indent="0">
              <a:buNone/>
              <a:defRPr sz="4256"/>
            </a:lvl1pPr>
            <a:lvl2pPr marL="1404489" indent="0">
              <a:buNone/>
              <a:defRPr sz="3696"/>
            </a:lvl2pPr>
            <a:lvl3pPr marL="2808978" indent="0">
              <a:buNone/>
              <a:defRPr sz="3024"/>
            </a:lvl3pPr>
            <a:lvl4pPr marL="4213467" indent="0">
              <a:buNone/>
              <a:defRPr sz="2800"/>
            </a:lvl4pPr>
            <a:lvl5pPr marL="5617957" indent="0">
              <a:buNone/>
              <a:defRPr sz="2800"/>
            </a:lvl5pPr>
            <a:lvl6pPr marL="7022446" indent="0">
              <a:buNone/>
              <a:defRPr sz="2800"/>
            </a:lvl6pPr>
            <a:lvl7pPr marL="8426935" indent="0">
              <a:buNone/>
              <a:defRPr sz="2800"/>
            </a:lvl7pPr>
            <a:lvl8pPr marL="9831424" indent="0">
              <a:buNone/>
              <a:defRPr sz="2800"/>
            </a:lvl8pPr>
            <a:lvl9pPr marL="11235913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FAF25D-E18C-A344-A8DE-7351FFC64F21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C834E9-DE86-DB4F-BD77-991BF3506AD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854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15361921"/>
            <a:ext cx="19751040" cy="1813562"/>
          </a:xfrm>
        </p:spPr>
        <p:txBody>
          <a:bodyPr anchor="b"/>
          <a:lstStyle>
            <a:lvl1pPr algn="l">
              <a:defRPr sz="616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1960880"/>
            <a:ext cx="19751040" cy="13167360"/>
          </a:xfrm>
        </p:spPr>
        <p:txBody>
          <a:bodyPr rtlCol="0">
            <a:normAutofit/>
          </a:bodyPr>
          <a:lstStyle>
            <a:lvl1pPr marL="0" indent="0">
              <a:buNone/>
              <a:defRPr sz="9856"/>
            </a:lvl1pPr>
            <a:lvl2pPr marL="1404489" indent="0">
              <a:buNone/>
              <a:defRPr sz="8624"/>
            </a:lvl2pPr>
            <a:lvl3pPr marL="2808978" indent="0">
              <a:buNone/>
              <a:defRPr sz="7392"/>
            </a:lvl3pPr>
            <a:lvl4pPr marL="4213467" indent="0">
              <a:buNone/>
              <a:defRPr sz="6160"/>
            </a:lvl4pPr>
            <a:lvl5pPr marL="5617957" indent="0">
              <a:buNone/>
              <a:defRPr sz="6160"/>
            </a:lvl5pPr>
            <a:lvl6pPr marL="7022446" indent="0">
              <a:buNone/>
              <a:defRPr sz="6160"/>
            </a:lvl6pPr>
            <a:lvl7pPr marL="8426935" indent="0">
              <a:buNone/>
              <a:defRPr sz="6160"/>
            </a:lvl7pPr>
            <a:lvl8pPr marL="9831424" indent="0">
              <a:buNone/>
              <a:defRPr sz="6160"/>
            </a:lvl8pPr>
            <a:lvl9pPr marL="11235913" indent="0">
              <a:buNone/>
              <a:defRPr sz="616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17175483"/>
            <a:ext cx="19751040" cy="2575558"/>
          </a:xfrm>
        </p:spPr>
        <p:txBody>
          <a:bodyPr/>
          <a:lstStyle>
            <a:lvl1pPr marL="0" indent="0">
              <a:buNone/>
              <a:defRPr sz="4256"/>
            </a:lvl1pPr>
            <a:lvl2pPr marL="1404489" indent="0">
              <a:buNone/>
              <a:defRPr sz="3696"/>
            </a:lvl2pPr>
            <a:lvl3pPr marL="2808978" indent="0">
              <a:buNone/>
              <a:defRPr sz="3024"/>
            </a:lvl3pPr>
            <a:lvl4pPr marL="4213467" indent="0">
              <a:buNone/>
              <a:defRPr sz="2800"/>
            </a:lvl4pPr>
            <a:lvl5pPr marL="5617957" indent="0">
              <a:buNone/>
              <a:defRPr sz="2800"/>
            </a:lvl5pPr>
            <a:lvl6pPr marL="7022446" indent="0">
              <a:buNone/>
              <a:defRPr sz="2800"/>
            </a:lvl6pPr>
            <a:lvl7pPr marL="8426935" indent="0">
              <a:buNone/>
              <a:defRPr sz="2800"/>
            </a:lvl7pPr>
            <a:lvl8pPr marL="9831424" indent="0">
              <a:buNone/>
              <a:defRPr sz="2800"/>
            </a:lvl8pPr>
            <a:lvl9pPr marL="11235913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5D2F56-41EC-EB4F-A4EE-8553E3C3498D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066630-5366-354B-94D5-952837BFAA4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4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F5AA08-279C-644A-9608-D4A914F61D1B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3960C-C0BD-8F47-8F98-0709D905E42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4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597520" y="2108203"/>
            <a:ext cx="22219920" cy="449427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37760" y="2108203"/>
            <a:ext cx="66111120" cy="449427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D03539-97A4-A14D-A974-C9B86FF90446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57715-88CB-5E46-8CE3-C6E7BFF5D7A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88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645920" y="878418"/>
            <a:ext cx="2962656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250802" tIns="125401" rIns="250802" bIns="12540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45920" y="5120217"/>
            <a:ext cx="29626560" cy="144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250802" tIns="125401" rIns="250802" bIns="125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20341166"/>
            <a:ext cx="7680960" cy="1168400"/>
          </a:xfrm>
          <a:prstGeom prst="rect">
            <a:avLst/>
          </a:prstGeom>
        </p:spPr>
        <p:txBody>
          <a:bodyPr vert="horz" wrap="square" lIns="250802" tIns="125401" rIns="250802" bIns="125401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3696">
                <a:solidFill>
                  <a:srgbClr val="898989"/>
                </a:solidFill>
              </a:defRPr>
            </a:lvl1pPr>
          </a:lstStyle>
          <a:p>
            <a:fld id="{1217551D-7306-0443-A5E3-C3FA5FDB2C32}" type="datetimeFigureOut">
              <a:rPr lang="en-US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20341166"/>
            <a:ext cx="10424160" cy="1168400"/>
          </a:xfrm>
          <a:prstGeom prst="rect">
            <a:avLst/>
          </a:prstGeom>
        </p:spPr>
        <p:txBody>
          <a:bodyPr vert="horz" lIns="250802" tIns="125401" rIns="250802" bIns="125401" rtlCol="0" anchor="ctr"/>
          <a:lstStyle>
            <a:lvl1pPr algn="ctr" defTabSz="1404489" eaLnBrk="1" fontAlgn="auto" hangingPunct="1">
              <a:spcBef>
                <a:spcPts val="0"/>
              </a:spcBef>
              <a:spcAft>
                <a:spcPts val="0"/>
              </a:spcAft>
              <a:defRPr sz="3696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20341166"/>
            <a:ext cx="7680960" cy="1168400"/>
          </a:xfrm>
          <a:prstGeom prst="rect">
            <a:avLst/>
          </a:prstGeom>
        </p:spPr>
        <p:txBody>
          <a:bodyPr vert="horz" wrap="square" lIns="250802" tIns="125401" rIns="250802" bIns="125401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3696">
                <a:solidFill>
                  <a:srgbClr val="898989"/>
                </a:solidFill>
              </a:defRPr>
            </a:lvl1pPr>
          </a:lstStyle>
          <a:p>
            <a:fld id="{B375CF55-ABB2-7C46-B017-4CD9D7E55804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02842" rtl="0" eaLnBrk="1" fontAlgn="base" hangingPunct="1">
        <a:spcBef>
          <a:spcPct val="0"/>
        </a:spcBef>
        <a:spcAft>
          <a:spcPct val="0"/>
        </a:spcAft>
        <a:defRPr sz="13552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512064"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1024128"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536192"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2048256" algn="ctr" defTabSz="1402842" rtl="0" eaLnBrk="1" fontAlgn="base" hangingPunct="1">
        <a:spcBef>
          <a:spcPct val="0"/>
        </a:spcBef>
        <a:spcAft>
          <a:spcPct val="0"/>
        </a:spcAft>
        <a:defRPr sz="13552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1052576" indent="-1052576" algn="l" defTabSz="1402842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9856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2281174" indent="-876554" algn="l" defTabSz="1402842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8624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3509772" indent="-700532" algn="l" defTabSz="1402842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7392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4914392" indent="-700532" algn="l" defTabSz="1402842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616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6319012" indent="-700532" algn="l" defTabSz="1402842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616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7724690" indent="-702245" algn="l" defTabSz="1404489" rtl="0" eaLnBrk="1" latinLnBrk="0" hangingPunct="1">
        <a:spcBef>
          <a:spcPct val="20000"/>
        </a:spcBef>
        <a:buFont typeface="Arial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6pPr>
      <a:lvl7pPr marL="9129179" indent="-702245" algn="l" defTabSz="1404489" rtl="0" eaLnBrk="1" latinLnBrk="0" hangingPunct="1">
        <a:spcBef>
          <a:spcPct val="20000"/>
        </a:spcBef>
        <a:buFont typeface="Arial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7pPr>
      <a:lvl8pPr marL="10533668" indent="-702245" algn="l" defTabSz="1404489" rtl="0" eaLnBrk="1" latinLnBrk="0" hangingPunct="1">
        <a:spcBef>
          <a:spcPct val="20000"/>
        </a:spcBef>
        <a:buFont typeface="Arial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8pPr>
      <a:lvl9pPr marL="11938158" indent="-702245" algn="l" defTabSz="1404489" rtl="0" eaLnBrk="1" latinLnBrk="0" hangingPunct="1">
        <a:spcBef>
          <a:spcPct val="20000"/>
        </a:spcBef>
        <a:buFont typeface="Arial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1pPr>
      <a:lvl2pPr marL="1404489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2pPr>
      <a:lvl3pPr marL="2808978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3pPr>
      <a:lvl4pPr marL="4213467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4pPr>
      <a:lvl5pPr marL="5617957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5pPr>
      <a:lvl6pPr marL="7022446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6pPr>
      <a:lvl7pPr marL="8426935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7pPr>
      <a:lvl8pPr marL="9831424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8pPr>
      <a:lvl9pPr marL="11235913" algn="l" defTabSz="1404489" rtl="0" eaLnBrk="1" latinLnBrk="0" hangingPunct="1">
        <a:defRPr sz="5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vscode-file://vscode-app/c:/Users/mtuan/AppData/Local/Programs/Microsoft%20VS%20Code/560a9dba96/resources/app/out/vs/code/electron-browser/workbench/workbench.html" TargetMode="External"/><Relationship Id="rId4" Type="http://schemas.openxmlformats.org/officeDocument/2006/relationships/hyperlink" Target="https://github.com/mosomo82/COMP_SCI_5542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945EF7-1D45-F64C-60D9-288FF02CA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86" y="16032480"/>
            <a:ext cx="23042880" cy="5364480"/>
          </a:xfrm>
        </p:spPr>
        <p:txBody>
          <a:bodyPr/>
          <a:lstStyle/>
          <a:p>
            <a:pPr algn="l"/>
            <a:r>
              <a:rPr lang="en-US" sz="8000" dirty="0">
                <a:latin typeface="Arial Black" panose="020B0A04020102020204" pitchFamily="34" charset="0"/>
              </a:rPr>
              <a:t>Tony Nguyen</a:t>
            </a:r>
          </a:p>
          <a:p>
            <a:pPr algn="l"/>
            <a:r>
              <a:rPr lang="en-US" sz="8000" dirty="0">
                <a:latin typeface="Arial Black" panose="020B0A04020102020204" pitchFamily="34" charset="0"/>
              </a:rPr>
              <a:t>University of Missouri – Kansas City</a:t>
            </a:r>
          </a:p>
          <a:p>
            <a:pPr algn="l"/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COMP_SCI 5542 Gen AI Stable Diffusion</a:t>
            </a:r>
            <a:b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MS in Data Science and Analytics</a:t>
            </a:r>
          </a:p>
          <a:p>
            <a:endParaRPr lang="en-US" sz="8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D0309E-B46C-0E3F-5732-FBB5F4FE682C}"/>
              </a:ext>
            </a:extLst>
          </p:cNvPr>
          <p:cNvSpPr/>
          <p:nvPr/>
        </p:nvSpPr>
        <p:spPr>
          <a:xfrm>
            <a:off x="0" y="3661569"/>
            <a:ext cx="32918400" cy="457200"/>
          </a:xfrm>
          <a:prstGeom prst="rect">
            <a:avLst/>
          </a:prstGeom>
          <a:solidFill>
            <a:srgbClr val="FFDD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32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AB6036-9943-3FB8-B030-8D584CB4C679}"/>
              </a:ext>
            </a:extLst>
          </p:cNvPr>
          <p:cNvSpPr/>
          <p:nvPr/>
        </p:nvSpPr>
        <p:spPr>
          <a:xfrm>
            <a:off x="0" y="0"/>
            <a:ext cx="32918400" cy="3657600"/>
          </a:xfrm>
          <a:prstGeom prst="rect">
            <a:avLst/>
          </a:prstGeom>
          <a:solidFill>
            <a:srgbClr val="0066C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8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8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Data-Driven E-Commerce Image Generation</a:t>
            </a:r>
            <a:br>
              <a:rPr lang="en-US" sz="8000" dirty="0"/>
            </a:br>
            <a:endParaRPr lang="en-US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F6CEA72-8D4E-397F-5B33-B5C49235A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66" y="0"/>
            <a:ext cx="4746812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6127540-0CC6-63C2-3B19-9372AE1E2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3598" y="-261951"/>
            <a:ext cx="4745736" cy="38127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3C4DAA-BD4E-519E-8FDF-310EEBB5A9A7}"/>
              </a:ext>
            </a:extLst>
          </p:cNvPr>
          <p:cNvSpPr/>
          <p:nvPr/>
        </p:nvSpPr>
        <p:spPr>
          <a:xfrm>
            <a:off x="979066" y="16032480"/>
            <a:ext cx="213360" cy="5069840"/>
          </a:xfrm>
          <a:prstGeom prst="rect">
            <a:avLst/>
          </a:prstGeom>
          <a:solidFill>
            <a:srgbClr val="FFDD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770F6C-A0AA-7A96-CA08-FF26CDB04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66" y="4646691"/>
            <a:ext cx="31139395" cy="111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0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F1E4B20-F145-FF91-231C-43EF0F05F0C9}"/>
              </a:ext>
            </a:extLst>
          </p:cNvPr>
          <p:cNvGrpSpPr/>
          <p:nvPr/>
        </p:nvGrpSpPr>
        <p:grpSpPr>
          <a:xfrm>
            <a:off x="0" y="0"/>
            <a:ext cx="32918400" cy="4530646"/>
            <a:chOff x="0" y="0"/>
            <a:chExt cx="32918400" cy="41187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1F540A-C8C9-F61C-5909-5383B034D471}"/>
                </a:ext>
              </a:extLst>
            </p:cNvPr>
            <p:cNvSpPr/>
            <p:nvPr/>
          </p:nvSpPr>
          <p:spPr>
            <a:xfrm>
              <a:off x="0" y="366156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440F22-B9D8-30DC-BE59-3EF26B22FD47}"/>
                </a:ext>
              </a:extLst>
            </p:cNvPr>
            <p:cNvSpPr/>
            <p:nvPr/>
          </p:nvSpPr>
          <p:spPr>
            <a:xfrm>
              <a:off x="0" y="0"/>
              <a:ext cx="32918400" cy="365760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C46449-40F9-630E-8539-9377137C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0"/>
            <a:ext cx="29626560" cy="402336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 Statement &amp; 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DBD924-D99A-CD29-F793-F674B440531F}"/>
              </a:ext>
            </a:extLst>
          </p:cNvPr>
          <p:cNvSpPr/>
          <p:nvPr/>
        </p:nvSpPr>
        <p:spPr>
          <a:xfrm>
            <a:off x="480732" y="5147806"/>
            <a:ext cx="15826069" cy="2716034"/>
          </a:xfrm>
          <a:prstGeom prst="rect">
            <a:avLst/>
          </a:prstGeom>
          <a:solidFill>
            <a:srgbClr val="0066CC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defTabSz="140448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Industry Gap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4B1ED-24D0-D805-963A-8FD2352EF7DA}"/>
              </a:ext>
            </a:extLst>
          </p:cNvPr>
          <p:cNvSpPr txBox="1"/>
          <p:nvPr/>
        </p:nvSpPr>
        <p:spPr>
          <a:xfrm>
            <a:off x="480732" y="8549520"/>
            <a:ext cx="15826069" cy="8402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E-commerce platforms need consistent, high-quality product images.</a:t>
            </a:r>
          </a:p>
          <a:p>
            <a:endParaRPr lang="en-US" sz="6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 studio photography is expensive and slow.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6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Product metadata often exists before images are finalized.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6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EE6C82-2E87-8C9E-8AD4-FE801CFBD782}"/>
              </a:ext>
            </a:extLst>
          </p:cNvPr>
          <p:cNvSpPr/>
          <p:nvPr/>
        </p:nvSpPr>
        <p:spPr>
          <a:xfrm>
            <a:off x="16611600" y="5147806"/>
            <a:ext cx="15826069" cy="2716034"/>
          </a:xfrm>
          <a:prstGeom prst="rect">
            <a:avLst/>
          </a:prstGeom>
          <a:solidFill>
            <a:srgbClr val="0066CC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defTabSz="140448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Goals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95E89F-F2CE-60E8-7B32-8FEBB363B8A2}"/>
              </a:ext>
            </a:extLst>
          </p:cNvPr>
          <p:cNvSpPr txBox="1"/>
          <p:nvPr/>
        </p:nvSpPr>
        <p:spPr>
          <a:xfrm>
            <a:off x="16459200" y="9011185"/>
            <a:ext cx="15826069" cy="7478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 a reproducible pipeline for metadata-to-image synthesis.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6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Compare baseline prompts against metadata-structured prompts.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6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Quantify quality with CLIP-based metrics and manual ratings.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F36922-5A72-2A3A-2E12-D72C872A5CF1}"/>
              </a:ext>
            </a:extLst>
          </p:cNvPr>
          <p:cNvGrpSpPr/>
          <p:nvPr/>
        </p:nvGrpSpPr>
        <p:grpSpPr>
          <a:xfrm>
            <a:off x="0" y="18999913"/>
            <a:ext cx="32918400" cy="2941318"/>
            <a:chOff x="480731" y="3833689"/>
            <a:chExt cx="32918400" cy="26739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10E1365-D10E-5C8A-E290-962143C1DFB2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BF82BAF-0652-A161-FFC6-1E83483E0926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94EE3CB9-0293-8E0B-4EB3-A3AA33436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73A547A-6281-F241-D6DA-E59C26145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09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1" b="3194"/>
          <a:stretch>
            <a:fillRect/>
          </a:stretch>
        </p:blipFill>
        <p:spPr>
          <a:xfrm>
            <a:off x="0" y="1791653"/>
            <a:ext cx="32918400" cy="177759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54E4-1D4C-87D2-2011-CBE04F42A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7F2A495-49C0-4749-F7D5-0A7D61631D5A}"/>
              </a:ext>
            </a:extLst>
          </p:cNvPr>
          <p:cNvGrpSpPr/>
          <p:nvPr/>
        </p:nvGrpSpPr>
        <p:grpSpPr>
          <a:xfrm>
            <a:off x="0" y="0"/>
            <a:ext cx="32918400" cy="4530646"/>
            <a:chOff x="0" y="0"/>
            <a:chExt cx="32918400" cy="41187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C3A98D-D480-23DE-970C-2703850BD05F}"/>
                </a:ext>
              </a:extLst>
            </p:cNvPr>
            <p:cNvSpPr/>
            <p:nvPr/>
          </p:nvSpPr>
          <p:spPr>
            <a:xfrm>
              <a:off x="0" y="366156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EA56C07-7CD6-7CFC-6A33-5B248544804A}"/>
                </a:ext>
              </a:extLst>
            </p:cNvPr>
            <p:cNvSpPr/>
            <p:nvPr/>
          </p:nvSpPr>
          <p:spPr>
            <a:xfrm>
              <a:off x="0" y="0"/>
              <a:ext cx="32918400" cy="365760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2CDB56-EB7D-2EA4-634C-FD829FB21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0"/>
            <a:ext cx="29626560" cy="402336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83ECAB2-2072-681D-509B-E315A2886944}"/>
              </a:ext>
            </a:extLst>
          </p:cNvPr>
          <p:cNvGrpSpPr/>
          <p:nvPr/>
        </p:nvGrpSpPr>
        <p:grpSpPr>
          <a:xfrm>
            <a:off x="0" y="18999913"/>
            <a:ext cx="32918400" cy="2941318"/>
            <a:chOff x="480731" y="3833689"/>
            <a:chExt cx="32918400" cy="26739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76BF3D5-8BDA-3394-7E7E-28B213D9C6D9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3A262ED-8B12-0AEE-A2BC-AE496FF28C4F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C93E6948-3D3D-90E5-84EB-137EA6B5F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9A7CC55-D83F-7646-4BF5-D635B7C77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DC5498-D5B6-C10C-2F4B-2B5C82FBA414}"/>
              </a:ext>
            </a:extLst>
          </p:cNvPr>
          <p:cNvSpPr txBox="1"/>
          <p:nvPr/>
        </p:nvSpPr>
        <p:spPr>
          <a:xfrm>
            <a:off x="3291840" y="6948576"/>
            <a:ext cx="29626560" cy="963340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8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Source: Amazon Product Dataset metadata samples.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8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8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subset: 10 products in Electronic categories.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8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8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Fields used: id, title, category, color, material, style.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8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8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file in repo: data/</a:t>
            </a:r>
            <a:r>
              <a:rPr lang="en-US" sz="8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products.json</a:t>
            </a:r>
            <a:r>
              <a:rPr lang="en-US" sz="8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6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745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1" b="3194"/>
          <a:stretch>
            <a:fillRect/>
          </a:stretch>
        </p:blipFill>
        <p:spPr>
          <a:xfrm>
            <a:off x="0" y="2084832"/>
            <a:ext cx="32918400" cy="17775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" b="3195"/>
          <a:stretch>
            <a:fillRect/>
          </a:stretch>
        </p:blipFill>
        <p:spPr>
          <a:xfrm>
            <a:off x="0" y="0"/>
            <a:ext cx="32918400" cy="177759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A0E92F-0C09-4446-1F2D-4E07463B370F}"/>
              </a:ext>
            </a:extLst>
          </p:cNvPr>
          <p:cNvSpPr/>
          <p:nvPr/>
        </p:nvSpPr>
        <p:spPr>
          <a:xfrm>
            <a:off x="0" y="18999913"/>
            <a:ext cx="32918400" cy="502920"/>
          </a:xfrm>
          <a:prstGeom prst="rect">
            <a:avLst/>
          </a:prstGeom>
          <a:solidFill>
            <a:srgbClr val="FFDD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32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0D1EA-01A8-C635-B073-1A353AE54C0B}"/>
              </a:ext>
            </a:extLst>
          </p:cNvPr>
          <p:cNvSpPr/>
          <p:nvPr/>
        </p:nvSpPr>
        <p:spPr>
          <a:xfrm>
            <a:off x="0" y="19507199"/>
            <a:ext cx="32918400" cy="2434032"/>
          </a:xfrm>
          <a:prstGeom prst="rect">
            <a:avLst/>
          </a:prstGeom>
          <a:solidFill>
            <a:srgbClr val="0066C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>
              <a:ln>
                <a:solidFill>
                  <a:srgbClr val="FFCC00"/>
                </a:solidFill>
              </a:ln>
              <a:solidFill>
                <a:srgbClr val="ECC20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BD8B42D-BE06-DF3E-9163-298394A5E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DD9AD2-7377-EEBA-4746-91650E8B3A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193"/>
          <a:stretch>
            <a:fillRect/>
          </a:stretch>
        </p:blipFill>
        <p:spPr>
          <a:xfrm>
            <a:off x="0" y="2084832"/>
            <a:ext cx="32918400" cy="177759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90AE-B472-3CBA-B16F-2FC85F46B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6B5F368-1AAC-AAB3-51B0-3851A29CF7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93"/>
          <a:stretch>
            <a:fillRect/>
          </a:stretch>
        </p:blipFill>
        <p:spPr>
          <a:xfrm>
            <a:off x="0" y="0"/>
            <a:ext cx="32918400" cy="1777593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9C192FA-22F1-C0D8-583C-0DF757E9CB7B}"/>
              </a:ext>
            </a:extLst>
          </p:cNvPr>
          <p:cNvGrpSpPr/>
          <p:nvPr/>
        </p:nvGrpSpPr>
        <p:grpSpPr>
          <a:xfrm>
            <a:off x="0" y="18999913"/>
            <a:ext cx="32918400" cy="2941318"/>
            <a:chOff x="480731" y="3833689"/>
            <a:chExt cx="32918400" cy="267392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F82E2F-8B3B-5F72-11B2-F437A09A8390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4DD9DE3-6160-2B4E-C8A2-4AA1073F2768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BF82054A-DA25-34BB-FA4D-E85F3DA8E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5E91CD9-3EA7-940D-07F4-5283760A5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00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697"/>
          <a:stretch>
            <a:fillRect/>
          </a:stretch>
        </p:blipFill>
        <p:spPr>
          <a:xfrm>
            <a:off x="0" y="518160"/>
            <a:ext cx="32918400" cy="1768335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A25752A-99D9-983F-E3C2-2BFE3825292C}"/>
              </a:ext>
            </a:extLst>
          </p:cNvPr>
          <p:cNvGrpSpPr/>
          <p:nvPr/>
        </p:nvGrpSpPr>
        <p:grpSpPr>
          <a:xfrm>
            <a:off x="0" y="18999913"/>
            <a:ext cx="32918400" cy="2941318"/>
            <a:chOff x="480731" y="3833689"/>
            <a:chExt cx="32918400" cy="267392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72E85AF-9728-C150-BB63-D70C5230937A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86CA3FE-501D-950B-9AD1-FDBE51EF1B5F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2193E8EE-3467-8240-41CF-1ACC71651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2D03C4A-322A-0B35-5014-63D58CC6B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0A94-9D72-14A6-6984-71A39961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D142B4-70FA-9D0D-6864-FC87B00F9A2B}"/>
              </a:ext>
            </a:extLst>
          </p:cNvPr>
          <p:cNvGrpSpPr/>
          <p:nvPr/>
        </p:nvGrpSpPr>
        <p:grpSpPr>
          <a:xfrm>
            <a:off x="0" y="0"/>
            <a:ext cx="32918400" cy="4530646"/>
            <a:chOff x="0" y="0"/>
            <a:chExt cx="32918400" cy="41187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473B0BD-2936-9D1A-FA0F-CBE2D3CAA391}"/>
                </a:ext>
              </a:extLst>
            </p:cNvPr>
            <p:cNvSpPr/>
            <p:nvPr/>
          </p:nvSpPr>
          <p:spPr>
            <a:xfrm>
              <a:off x="0" y="366156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ED90A5-7AB9-148E-09F9-3E5058D7D3AF}"/>
                </a:ext>
              </a:extLst>
            </p:cNvPr>
            <p:cNvSpPr/>
            <p:nvPr/>
          </p:nvSpPr>
          <p:spPr>
            <a:xfrm>
              <a:off x="0" y="0"/>
              <a:ext cx="32918400" cy="365760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3AD85D5-A886-C46E-6844-09BB91E8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0"/>
            <a:ext cx="29626560" cy="4023360"/>
          </a:xfrm>
        </p:spPr>
        <p:txBody>
          <a:bodyPr/>
          <a:lstStyle/>
          <a:p>
            <a:r>
              <a:rPr lang="en-US" sz="1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 Results: Product ID 0511189877</a:t>
            </a:r>
          </a:p>
        </p:txBody>
      </p:sp>
      <p:pic>
        <p:nvPicPr>
          <p:cNvPr id="18" name="Picture 1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76D4A90-A4DA-15EA-CED1-6B330D00F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9F16A24-7868-66B9-0790-6D2A27B0B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519520"/>
            <a:ext cx="7254240" cy="72542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FBC6B78-A7E6-35FE-3B36-74CF1E2F7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3719554"/>
            <a:ext cx="7254240" cy="72542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AB02F8C-D3FC-1EE0-093D-9A10ABBFC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18242" y="5519520"/>
            <a:ext cx="7254240" cy="72542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6FAC4FC-F5FA-C959-E68B-F3FD64FF3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18242" y="13719554"/>
            <a:ext cx="7254240" cy="725424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FDCFBD2-F90E-6DE9-DEE3-E730C93CC56C}"/>
              </a:ext>
            </a:extLst>
          </p:cNvPr>
          <p:cNvSpPr txBox="1"/>
          <p:nvPr/>
        </p:nvSpPr>
        <p:spPr>
          <a:xfrm>
            <a:off x="1645920" y="4811634"/>
            <a:ext cx="56861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dirty="0">
                <a:solidFill>
                  <a:srgbClr val="444444"/>
                </a:solidFill>
                <a:latin typeface="Open Sans"/>
              </a:rPr>
              <a:t>Naive View </a:t>
            </a:r>
            <a:r>
              <a:rPr lang="en-US" sz="4000" dirty="0">
                <a:solidFill>
                  <a:srgbClr val="444444"/>
                </a:solidFill>
                <a:latin typeface="Open Sans"/>
              </a:rPr>
              <a:t>SD Seed 44</a:t>
            </a:r>
            <a:endParaRPr sz="4000" dirty="0">
              <a:solidFill>
                <a:srgbClr val="444444"/>
              </a:solidFill>
              <a:latin typeface="Open San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7E90FF-AB70-4E30-BB71-9C2EF9C8A76B}"/>
              </a:ext>
            </a:extLst>
          </p:cNvPr>
          <p:cNvSpPr txBox="1"/>
          <p:nvPr/>
        </p:nvSpPr>
        <p:spPr>
          <a:xfrm>
            <a:off x="24018242" y="4811634"/>
            <a:ext cx="6362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dirty="0">
                <a:solidFill>
                  <a:srgbClr val="444444"/>
                </a:solidFill>
                <a:latin typeface="Open Sans"/>
              </a:rPr>
              <a:t>Naive View </a:t>
            </a:r>
            <a:r>
              <a:rPr lang="en-US" sz="4000" dirty="0">
                <a:solidFill>
                  <a:srgbClr val="444444"/>
                </a:solidFill>
                <a:latin typeface="Open Sans"/>
              </a:rPr>
              <a:t>SDXL Seed 44</a:t>
            </a:r>
            <a:endParaRPr sz="4000" dirty="0">
              <a:solidFill>
                <a:srgbClr val="444444"/>
              </a:solidFill>
              <a:latin typeface="Open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B092EB-744F-EE10-28B1-4B5FC3EC3F12}"/>
              </a:ext>
            </a:extLst>
          </p:cNvPr>
          <p:cNvSpPr txBox="1"/>
          <p:nvPr/>
        </p:nvSpPr>
        <p:spPr>
          <a:xfrm>
            <a:off x="1645919" y="13011668"/>
            <a:ext cx="725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444444"/>
                </a:solidFill>
                <a:latin typeface="Open Sans"/>
              </a:rPr>
              <a:t>Structured</a:t>
            </a:r>
            <a:r>
              <a:rPr sz="4000" dirty="0">
                <a:solidFill>
                  <a:srgbClr val="444444"/>
                </a:solidFill>
                <a:latin typeface="Open Sans"/>
              </a:rPr>
              <a:t> View </a:t>
            </a:r>
            <a:r>
              <a:rPr lang="en-US" sz="4000" dirty="0">
                <a:solidFill>
                  <a:srgbClr val="444444"/>
                </a:solidFill>
                <a:latin typeface="Open Sans"/>
              </a:rPr>
              <a:t>SD Seed 44</a:t>
            </a:r>
            <a:endParaRPr sz="4000" dirty="0">
              <a:solidFill>
                <a:srgbClr val="444444"/>
              </a:solidFill>
              <a:latin typeface="Open San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A8E76E-41E8-2D2E-AA69-9AC93EFD4919}"/>
              </a:ext>
            </a:extLst>
          </p:cNvPr>
          <p:cNvSpPr txBox="1"/>
          <p:nvPr/>
        </p:nvSpPr>
        <p:spPr>
          <a:xfrm>
            <a:off x="24018241" y="13011668"/>
            <a:ext cx="725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444444"/>
                </a:solidFill>
                <a:latin typeface="Open Sans"/>
              </a:rPr>
              <a:t>Structured</a:t>
            </a:r>
            <a:r>
              <a:rPr sz="4000" dirty="0">
                <a:solidFill>
                  <a:srgbClr val="444444"/>
                </a:solidFill>
                <a:latin typeface="Open Sans"/>
              </a:rPr>
              <a:t> View </a:t>
            </a:r>
            <a:r>
              <a:rPr lang="en-US" sz="4000" dirty="0">
                <a:solidFill>
                  <a:srgbClr val="444444"/>
                </a:solidFill>
                <a:latin typeface="Open Sans"/>
              </a:rPr>
              <a:t>SD Seed 44</a:t>
            </a:r>
            <a:endParaRPr sz="4000" dirty="0">
              <a:solidFill>
                <a:srgbClr val="444444"/>
              </a:solidFill>
              <a:latin typeface="Open San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880BD7-6462-5F55-6362-3CDC6B96AD6F}"/>
              </a:ext>
            </a:extLst>
          </p:cNvPr>
          <p:cNvSpPr/>
          <p:nvPr/>
        </p:nvSpPr>
        <p:spPr>
          <a:xfrm>
            <a:off x="11544300" y="7576980"/>
            <a:ext cx="9829800" cy="1569660"/>
          </a:xfrm>
          <a:prstGeom prst="rect">
            <a:avLst/>
          </a:prstGeom>
          <a:solidFill>
            <a:srgbClr val="0066CC"/>
          </a:solidFill>
          <a:ln>
            <a:solidFill>
              <a:schemeClr val="tx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lvl="1" algn="ctr" defTabSz="140448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Naïve Approach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701E81-5F35-A3AD-9452-FFDC3BCF9737}"/>
              </a:ext>
            </a:extLst>
          </p:cNvPr>
          <p:cNvSpPr txBox="1"/>
          <p:nvPr/>
        </p:nvSpPr>
        <p:spPr>
          <a:xfrm>
            <a:off x="11544300" y="9146640"/>
            <a:ext cx="9829800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Subject to background contamination and style variance.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E52C64-72DA-0111-F00F-D966BA9CE03A}"/>
              </a:ext>
            </a:extLst>
          </p:cNvPr>
          <p:cNvSpPr/>
          <p:nvPr/>
        </p:nvSpPr>
        <p:spPr>
          <a:xfrm>
            <a:off x="11544300" y="14778554"/>
            <a:ext cx="9829800" cy="1569660"/>
          </a:xfrm>
          <a:prstGeom prst="rect">
            <a:avLst/>
          </a:prstGeom>
          <a:solidFill>
            <a:srgbClr val="0066CC"/>
          </a:solidFill>
          <a:ln>
            <a:solidFill>
              <a:schemeClr val="tx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lvl="1" algn="ctr" defTabSz="140448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Structured Approach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2E1981-9EC4-9BC2-9186-88C9766CD60B}"/>
              </a:ext>
            </a:extLst>
          </p:cNvPr>
          <p:cNvSpPr txBox="1"/>
          <p:nvPr/>
        </p:nvSpPr>
        <p:spPr>
          <a:xfrm>
            <a:off x="11544300" y="16348214"/>
            <a:ext cx="9829800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Consistent, studio-quality commercial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001767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201"/>
          <a:stretch>
            <a:fillRect/>
          </a:stretch>
        </p:blipFill>
        <p:spPr>
          <a:xfrm>
            <a:off x="0" y="0"/>
            <a:ext cx="32918400" cy="175907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AE8C107-B202-9EC3-3C5B-FDD488E45EEA}"/>
              </a:ext>
            </a:extLst>
          </p:cNvPr>
          <p:cNvGrpSpPr/>
          <p:nvPr/>
        </p:nvGrpSpPr>
        <p:grpSpPr>
          <a:xfrm>
            <a:off x="0" y="18999913"/>
            <a:ext cx="32918400" cy="2941318"/>
            <a:chOff x="480731" y="3833689"/>
            <a:chExt cx="32918400" cy="267392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97A01F-ABA7-8B3C-6B57-A9B6CBC7E190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12BA0A-895D-D894-FF86-AAB1D0F01A88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39AF112A-3C89-89B8-C1CB-3C3CB9218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40B1AD2-80AA-DA47-B2D2-E99896D7B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B95D-20F9-C6EB-7BF8-D4241B921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A187F9-0C49-0670-A511-1EC1846E8D7B}"/>
              </a:ext>
            </a:extLst>
          </p:cNvPr>
          <p:cNvGrpSpPr/>
          <p:nvPr/>
        </p:nvGrpSpPr>
        <p:grpSpPr>
          <a:xfrm>
            <a:off x="0" y="0"/>
            <a:ext cx="32918400" cy="4530646"/>
            <a:chOff x="0" y="0"/>
            <a:chExt cx="32918400" cy="41187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886B6A-D385-A8CB-0636-DFC05DEDD794}"/>
                </a:ext>
              </a:extLst>
            </p:cNvPr>
            <p:cNvSpPr/>
            <p:nvPr/>
          </p:nvSpPr>
          <p:spPr>
            <a:xfrm>
              <a:off x="0" y="366156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1277B3-63D9-D1E2-C736-9D67A1434F54}"/>
                </a:ext>
              </a:extLst>
            </p:cNvPr>
            <p:cNvSpPr/>
            <p:nvPr/>
          </p:nvSpPr>
          <p:spPr>
            <a:xfrm>
              <a:off x="0" y="0"/>
              <a:ext cx="32918400" cy="3657600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F74C07-64E9-8BF1-184E-F1011390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0"/>
            <a:ext cx="29626560" cy="402336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Conclusion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A8C222-0154-870C-A46E-DE196C2EB3FE}"/>
              </a:ext>
            </a:extLst>
          </p:cNvPr>
          <p:cNvGrpSpPr/>
          <p:nvPr/>
        </p:nvGrpSpPr>
        <p:grpSpPr>
          <a:xfrm>
            <a:off x="0" y="18999913"/>
            <a:ext cx="32918400" cy="2941318"/>
            <a:chOff x="480731" y="3833689"/>
            <a:chExt cx="32918400" cy="26739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024FF9D-62A3-7E18-BFBC-A5370C3A4B6E}"/>
                </a:ext>
              </a:extLst>
            </p:cNvPr>
            <p:cNvSpPr/>
            <p:nvPr/>
          </p:nvSpPr>
          <p:spPr>
            <a:xfrm>
              <a:off x="480731" y="3833689"/>
              <a:ext cx="32918400" cy="457200"/>
            </a:xfrm>
            <a:prstGeom prst="rect">
              <a:avLst/>
            </a:prstGeom>
            <a:solidFill>
              <a:srgbClr val="FFDD00"/>
            </a:solidFill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32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1337D2-CFA1-9BAF-6F6C-7416B4576A93}"/>
                </a:ext>
              </a:extLst>
            </p:cNvPr>
            <p:cNvSpPr/>
            <p:nvPr/>
          </p:nvSpPr>
          <p:spPr>
            <a:xfrm>
              <a:off x="480731" y="4294858"/>
              <a:ext cx="32918400" cy="2212757"/>
            </a:xfrm>
            <a:prstGeom prst="rect">
              <a:avLst/>
            </a:prstGeom>
            <a:solidFill>
              <a:srgbClr val="0066CC"/>
            </a:solidFill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n>
                  <a:solidFill>
                    <a:srgbClr val="FFCC00"/>
                  </a:solidFill>
                </a:ln>
                <a:solidFill>
                  <a:srgbClr val="ECC20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A78E3187-5875-E091-7C5A-38D78143F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19066904"/>
            <a:ext cx="3822895" cy="29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A5F684B-C6B2-4FF0-065E-42FD39C7E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5477" y="18999913"/>
            <a:ext cx="3822192" cy="30707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95BA2A-29FB-8DBD-41DC-F5ABE6DBF1A8}"/>
              </a:ext>
            </a:extLst>
          </p:cNvPr>
          <p:cNvSpPr txBox="1"/>
          <p:nvPr/>
        </p:nvSpPr>
        <p:spPr>
          <a:xfrm>
            <a:off x="907452" y="13384175"/>
            <a:ext cx="29626560" cy="57284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GitHub repository:</a:t>
            </a:r>
            <a:br>
              <a:rPr lang="en-US" dirty="0"/>
            </a:br>
            <a:r>
              <a:rPr lang="en-US" dirty="0">
                <a:hlinkClick r:id="rId4"/>
              </a:rPr>
              <a:t>https://github.com/mosomo82/COMP_SCI_5542.git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Project video:</a:t>
            </a:r>
            <a:br>
              <a:rPr lang="en-US" dirty="0"/>
            </a:br>
            <a:r>
              <a:rPr lang="en-US" dirty="0">
                <a:hlinkClick r:id="rId5"/>
              </a:rPr>
              <a:t>https://youtu.be/s9AUJty11L0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6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76EBB4-E327-2B1A-A82C-495C5443352F}"/>
              </a:ext>
            </a:extLst>
          </p:cNvPr>
          <p:cNvSpPr/>
          <p:nvPr/>
        </p:nvSpPr>
        <p:spPr>
          <a:xfrm>
            <a:off x="480732" y="13612791"/>
            <a:ext cx="213360" cy="5069840"/>
          </a:xfrm>
          <a:prstGeom prst="rect">
            <a:avLst/>
          </a:prstGeom>
          <a:solidFill>
            <a:srgbClr val="FFDD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9FCE8D-35A9-17D7-6839-2B8D01D40F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970" y="4976151"/>
            <a:ext cx="17922460" cy="863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33543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Summit2015Poster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1657</TotalTime>
  <Words>208</Words>
  <Application>Microsoft Office PowerPoint</Application>
  <PresentationFormat>Custom</PresentationFormat>
  <Paragraphs>39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Open Sans</vt:lpstr>
      <vt:lpstr>ResearchSummit2015PosterTemplate</vt:lpstr>
      <vt:lpstr>PowerPoint Presentation</vt:lpstr>
      <vt:lpstr>Problem Statement &amp; Objectives</vt:lpstr>
      <vt:lpstr>PowerPoint Presentation</vt:lpstr>
      <vt:lpstr>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Visual Results: Product ID 0511189877</vt:lpstr>
      <vt:lpstr>PowerPoint Presentation</vt:lpstr>
      <vt:lpstr>In Conclusion</vt:lpstr>
    </vt:vector>
  </TitlesOfParts>
  <Manager>Hecker, Mark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ResearchSummit 2016</dc:subject>
  <dc:creator>Drerup, Courtney</dc:creator>
  <cp:keywords/>
  <dc:description/>
  <cp:lastModifiedBy>TUAN NGUYEN</cp:lastModifiedBy>
  <cp:revision>56</cp:revision>
  <cp:lastPrinted>2018-09-07T16:49:07Z</cp:lastPrinted>
  <dcterms:created xsi:type="dcterms:W3CDTF">2016-06-09T17:14:55Z</dcterms:created>
  <dcterms:modified xsi:type="dcterms:W3CDTF">2026-04-21T02:58:46Z</dcterms:modified>
  <cp:category/>
</cp:coreProperties>
</file>