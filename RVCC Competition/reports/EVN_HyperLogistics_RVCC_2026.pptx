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3502152" cy="3200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0"/>
            <a:ext cx="2587752" cy="2286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EVN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HyperLogistics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7772400" cy="594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92608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delivers safety-compliant, explainable AI rerouting for middle-mile logistics.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7490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Regnier Venture Creation Challenge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7.7M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6576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Records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29184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+55 pts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21792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Lift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17/17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14400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 Tests Pass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Vinas  •  Daniel Evans  •  Tony Nguyen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 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Middle-mile teams are forced to make high-risk reroute decisions without trustworthy AI.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1371600"/>
            <a:ext cx="6400800" cy="3657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Disruptions are constant, but current tools do not bridge prediction to safe action.
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Dispatchers need both speed and explainability during weather and accident events.
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not just forecasting — it is compliance-aware decision execution.
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040880" y="1280160"/>
            <a:ext cx="4572000" cy="2286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13716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7.7M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704088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Accident Records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8803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disruption conditions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operating environment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0" y="3794760"/>
            <a:ext cx="210312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37947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DISRUPTION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ALERT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40880" y="4480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event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on I-70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89720" y="4526280"/>
            <a:ext cx="320040" cy="0"/>
          </a:xfrm>
          <a:prstGeom prst="line">
            <a:avLst/>
          </a:prstGeom>
          <a:noFill/>
          <a:ln w="12700">
            <a:solidFill>
              <a:srgbClr val="FF66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0" y="3794760"/>
            <a:ext cx="2103120" cy="1463040"/>
          </a:xfrm>
          <a:prstGeom prst="rect">
            <a:avLst/>
          </a:prstGeom>
          <a:solidFill>
            <a:srgbClr val="8B0000"/>
          </a:solidFill>
          <a:ln w="12700">
            <a:solidFill>
              <a:srgbClr val="F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0" y="37947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80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TRUSTWORTHY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80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509760" y="4480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judgment,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tools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 Our Solution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HyperLogistics combines forecasting, retrieval, and hard safety veto into one decision flow.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3520440" cy="4023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51660" y="123444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51660" y="1234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RETRIEVE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039112"/>
            <a:ext cx="3246120" cy="3429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retrieves grounded evidence for route reasoning — no free-form generation.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1508760"/>
            <a:ext cx="3520440" cy="4023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83580" y="123444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83580" y="1234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0" y="160020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FORECAST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2039112"/>
            <a:ext cx="3246120" cy="3429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SRSNet predicts disruption propagation over 4–8 hour middle-mile transit windows.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1508760"/>
            <a:ext cx="3520440" cy="4023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15500" y="123444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5500" y="1234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0" y="160020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SAFETY VETO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66760" y="2039112"/>
            <a:ext cx="3246120" cy="3429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Symbolic bridge-constraint veto blocks unsafe recommendations before dispatch.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904488" y="3520440"/>
            <a:ext cx="393192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36408" y="3520440"/>
            <a:ext cx="393192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5806440"/>
            <a:ext cx="11430000" cy="6583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5806440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layer enforces  100% PHYSICAL CONSTRAINT COMPLIANCE  through bridge clearance and load checks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 Product &amp; Technology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Snowflake-native architecture operationalizes explainable rerouting in production form.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1371600"/>
            <a:ext cx="5303520" cy="4389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pipeline (Bronze/Silver/Gold) supports ingestion, preprocessing, and serving.
</a:t>
            </a:r>
            <a:endParaRPr lang="en-US" sz="1300" dirty="0"/>
          </a:p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stack: ReMindRAG + SRSNet + Snowflake Cortex + Spatial SQL guardrails.
</a:t>
            </a:r>
            <a:endParaRPr lang="en-US" sz="1300" dirty="0"/>
          </a:p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surfaces risk heatmaps, side-by-side route options, and rationale.
</a:t>
            </a:r>
            <a:endParaRPr lang="en-US" sz="1300" dirty="0"/>
          </a:p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configured for 4-8 hour middle-mile transit windows.
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5303520" cy="969264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53328" y="1371600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SERVING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53328" y="1875617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 •  Risk Heatmaps  •  Route Comparison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2487168"/>
            <a:ext cx="5303520" cy="969264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53328" y="2487168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INFERENCE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53328" y="2991185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 •  SRSNet  •  Snowflake Cortex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3602736"/>
            <a:ext cx="5303520" cy="9692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53328" y="3602736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SAFETY LAYER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53328" y="4106753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SQL Guardrails  •  Bridge &amp; Load Constraints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4718304"/>
            <a:ext cx="5303520" cy="9692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4718304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53328" y="5222321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/ Silver / Gold  •  Medallion Pipeline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 Target Customer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middle-mile decision owners at carriers and 3PLs.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97280" y="1371600"/>
            <a:ext cx="4297680" cy="4754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50876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508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88720" y="2423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Logistics Network Manager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788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Route Owner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3108960"/>
            <a:ext cx="393192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 triage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Reroute approval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Network-wide compliance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under pressure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83680" y="1371600"/>
            <a:ext cx="4297680" cy="4754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50876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508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75120" y="2423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Area Manager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2788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Executor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3108960"/>
            <a:ext cx="393192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performance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route execution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safety oversight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confirmation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8: 100 Area Manager query-response pairs trained and validated on operational language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 Market Opportunity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data-rich, and underserved by compliance-aware AI.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57600" cy="4754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ACCIDENTS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19659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7.7M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Nationwide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474720"/>
            <a:ext cx="27432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611880"/>
            <a:ext cx="329184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disruption events on active freight corridors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1371600"/>
            <a:ext cx="3657600" cy="4754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5087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WEATHER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80560" y="19659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Multi-TB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480560" y="28346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Data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3474720"/>
            <a:ext cx="27432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3611880"/>
            <a:ext cx="329184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and historical weather signals for route risk modeling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321040" y="1371600"/>
            <a:ext cx="3657600" cy="4754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15087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BRIDGES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0" y="19659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600K+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8412480" y="28346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78240" y="3474720"/>
            <a:ext cx="27432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0" y="3611880"/>
            <a:ext cx="329184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constraint data for hard safety veto enforcement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routing AI tools underperform on explainability + hard compliance. EVN closes this gap.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 Progress &amp; Traction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deployment evidence, measurable lift, and reproducible execution.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3474720" cy="237744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463040"/>
            <a:ext cx="3474720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 → 95%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5760" y="2679192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Lift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226003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Adaptation (Week 8)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474720" cy="237744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463040"/>
            <a:ext cx="3474720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+55 pts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297680" y="2679192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0" y="3226003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Adapted Strategy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29600" y="1371600"/>
            <a:ext cx="3474720" cy="237744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463040"/>
            <a:ext cx="3474720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17/17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229600" y="2679192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 Tests Passing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3226003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Audit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3657600" cy="1783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2793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Deployment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663440"/>
            <a:ext cx="338328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HyperLogistics Streamlit app deployed and available — not a notebook demo.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4160520"/>
            <a:ext cx="3657600" cy="1783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42793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 Quality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80560" y="4663440"/>
            <a:ext cx="338328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17/17 automated tests pass, 14/14 issues closed — ReMindRAG reproducibility audit.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21040" y="4160520"/>
            <a:ext cx="3657600" cy="1783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58200" y="42793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Adaptation Proof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58200" y="4663440"/>
            <a:ext cx="338328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Domain-adapted model: 40% baseline → 95% on Week 8 evaluation metrics.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 Business Model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SaaS licensing with implementation and analytics expansion.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57600" cy="48006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916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48640" y="22860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PLATFORM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6700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License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017520"/>
            <a:ext cx="292608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127248"/>
            <a:ext cx="338328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rerouting intelligence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safety-compliance guardrails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dispatcher interface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Snowflake-native deployment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0" y="1371600"/>
            <a:ext cx="3657600" cy="4800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4173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16916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$$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480560" y="22860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INTEGRATION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26700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Services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292608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3127248"/>
            <a:ext cx="338328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data onboarding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and ERP integration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training on fleet data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onboarding support
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21040" y="1371600"/>
            <a:ext cx="3657600" cy="48006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16916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$$$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412480" y="22860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ADVANCED ANALYTICS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12480" y="26700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Modules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86800" y="3017520"/>
            <a:ext cx="292608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8200" y="3127248"/>
            <a:ext cx="338328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9-tool multi-agent analytics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profitability analysis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maintenance insights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optimization reporting
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Land-and-Expand Model  •  9-Tool Multi-Agent Analytics from Week 6 Prototype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  Our Team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combines data engineering, modeling, and product delivery ownership.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383280" cy="4572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4520" y="1508760"/>
            <a:ext cx="731520" cy="7315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7452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JV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Joel Vinas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data engineering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pipelines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architecture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5440680"/>
            <a:ext cx="310896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Bronze/Silver/Gold Medallion Pipeline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0" y="1371600"/>
            <a:ext cx="3383280" cy="4572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5000" y="1508760"/>
            <a:ext cx="731520" cy="7315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8056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Daniel Evans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8056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weather integration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delivery &amp; UI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support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5440680"/>
            <a:ext cx="310896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+ NOAA Integration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0" y="1371600"/>
            <a:ext cx="3383280" cy="4572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55480" y="1508760"/>
            <a:ext cx="731520" cy="7315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548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32104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Tony Nguyen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architecture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S3/Snowflake orchestration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controls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66760" y="5440680"/>
            <a:ext cx="310896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Repro Audit 17/17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6126480"/>
            <a:ext cx="1143000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61264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contribution: 33.3% each  •  Full-stack coverage: Ingestion to Deployment to Compliance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  Next Steps &amp; Vision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hardening, enterprise controls, and rollout scaling.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356616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7160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HARDENING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148840"/>
            <a:ext cx="356616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286000"/>
            <a:ext cx="3291840" cy="3200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metamorphic eval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benchmark reporting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all test items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queries + 5 metamorphic pairs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83080" y="5760720"/>
            <a:ext cx="685800" cy="6858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83080" y="5760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297680" y="1371600"/>
            <a:ext cx="356616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137160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356616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2286000"/>
            <a:ext cx="3291840" cy="3200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100 examples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+ RBAC controls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workflow fit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deployment footprint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15000" y="5760720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5760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0" y="1371600"/>
            <a:ext cx="3566160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1040" y="137160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ROLLOUT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229600" y="2148840"/>
            <a:ext cx="356616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66760" y="2286000"/>
            <a:ext cx="3291840" cy="3200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fleet onboarding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carrier partnerships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as default rerouting layer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Middle-mile industry standard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46920" y="5760720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5760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931920" y="6099048"/>
            <a:ext cx="50292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099048"/>
            <a:ext cx="50292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Vision: EVN as the default explainable rerouting layer for middle-mile operations where safety and trust are non-negotiable.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2026-03-16T04:17:26Z</dcterms:created>
  <dcterms:modified xsi:type="dcterms:W3CDTF">2026-03-16T04:17:26Z</dcterms:modified>
</cp:coreProperties>
</file>