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595" autoAdjust="0"/>
  </p:normalViewPr>
  <p:slideViewPr>
    <p:cSldViewPr snapToGrid="0" snapToObjects="1">
      <p:cViewPr varScale="1">
        <p:scale>
          <a:sx n="60" d="100"/>
          <a:sy n="60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2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HyperLogistics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delivers safety-compliant, explainable AI rerouting for middle-mile logistics.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Regnier Venture Creation Challenge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+55 pts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4754880"/>
            <a:ext cx="26517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17/17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Tests Pass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Vinas  •  Daniel Evans  •  Tony Nguyen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teams are forced to make high-risk reroute decisions without trustworthy AI.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640080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are constant, but current tools do not bridge prediction to safe action.
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need both speed and explainability during weather and accident events.
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just forecasting — it is compliance-aware decision execution.
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1280160"/>
            <a:ext cx="457200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7.7M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Accident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disruption conditions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operating environment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3794760"/>
            <a:ext cx="210312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DISRUPTION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event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on I-70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4526280"/>
            <a:ext cx="320040" cy="0"/>
          </a:xfrm>
          <a:prstGeom prst="line">
            <a:avLst/>
          </a:prstGeom>
          <a:noFill/>
          <a:ln w="1270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09760" y="3794760"/>
            <a:ext cx="2103120" cy="1463040"/>
          </a:xfrm>
          <a:prstGeom prst="rect">
            <a:avLst/>
          </a:prstGeom>
          <a:solidFill>
            <a:srgbClr val="8B0000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9760" y="3794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TRUSTWORTHY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4480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judgment,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combines forecasting, retrieval, and hard safety veto into one decision flow.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5166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16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retrieves grounded evidence for route reasoning — no free-form generation.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8358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835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3484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SRSNet predicts disruption propagation over 4–8 hour middle-mile transit windows.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508760"/>
            <a:ext cx="3520440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15500" y="123444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155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16002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VETO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039112"/>
            <a:ext cx="3246120" cy="3429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bridge-constraint veto blocks unsafe recommendations before dispatch.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0448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36408" y="3520440"/>
            <a:ext cx="393192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580644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 enforces  100% PHYSICAL CONSTRAINT COMPLIANCE  through bridge clearance and load checks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Product &amp; Technology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architecture operationalizes explainable rerouting in production form.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pipeline (Bronze/Silver/Gold) supports ingestion, preprocessing, and serving.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ReMindRAG + SRSNet + Snowflake Cortex + Spatial SQL guardrails.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surfaces risk heatmaps, side-by-side route options, and rationale.
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configured for 4-8 hour middle-mile transit windows.
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5303520" cy="969264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53328" y="1371600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SERVING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3328" y="1875617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•  Risk Heatmaps  •  Route Comparison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487168"/>
            <a:ext cx="5303520" cy="969264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53328" y="2487168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INFERENCE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53328" y="2991185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 •  SRSNet  •  Snowflake Cortex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602736"/>
            <a:ext cx="5303520" cy="9692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3602736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4106753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SQL Guardrails  •  Bridge &amp; Load Constraints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4718304"/>
            <a:ext cx="5303520" cy="9692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53328" y="4718304"/>
            <a:ext cx="5084064" cy="53309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53328" y="5222321"/>
            <a:ext cx="5084064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 •  Medallion Pipeline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Target Customer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middle-mile decision owners at carriers and 3PLs.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Network Manager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Route 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triage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approval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compliance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under 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4297680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Area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Executor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108960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route execution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oversight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confirmation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100 Area Manager query-response pairs trained and validated on operational language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Market Opportunity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$110B market growing toward $218B — underserved by compliance-aware AI.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Logistics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$110B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CAGR → $218B by 2035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carriers, 3PLs, and freight operators managing hub-to-hub and distribution-center routing decisions globally.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ResearchAndMarkets / 360iResearch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4340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056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Software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$7.9B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43484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(2025)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 CAGR → $16.8B by 2031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and 3PLs actively purchasing route intelligence software — the direct buyer segment for explainable AI rerouting.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Mordor Intelligence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75320" y="1325880"/>
            <a:ext cx="3657600" cy="5029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14173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14447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Logistics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18288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$1.7B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8366760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Logistics (2025)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5820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 CAGR → $31.7B by 2035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429000"/>
            <a:ext cx="32918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but fastest growing segment: AI systems that explain decisions and enforce hard compliance — EVN's exact position.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5285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targets the SAM/SOM intersection: compliance-enforcing, explainable AI for active freight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Progress &amp; Traction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deployment evidence, measurable lift, and reproducible execution.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47472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 → 95%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(Week 8)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47472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+55 pts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29768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Percentage-Point Gain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Adapted Strategy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47472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463040"/>
            <a:ext cx="34747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17/17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2679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Tests Passing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3226003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Audit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365760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663440"/>
            <a:ext cx="33832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HyperLogistics Streamlit app deployed and available — not a notebook demo.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65760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0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4663440"/>
            <a:ext cx="33832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automated tests pass, 14/14 issues closed — ReMindRAG reproducibility audit.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4160520"/>
            <a:ext cx="365760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58200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Adaptation Proof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4663440"/>
            <a:ext cx="338328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model: 40% baseline → 95% on Week 8 evaluation metrics.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Business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licensing with implementation and analytics expansion.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PLATFORM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rerouting intelligence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safety-compliance guardrails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dispatcher interface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Snowflake-native deployment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onboarding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and ERP integration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on fleet data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onboarding support
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657600" cy="4800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412480" y="2286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2670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0" y="301752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0" y="3127248"/>
            <a:ext cx="338328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9-tool multi-agent analytics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profitability analysis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maintenance insights
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optimization reporting
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Model  •  9-Tool Multi-Agent Analytics from Week 6 Prototype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Our Team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combines data engineering, modeling, and product delivery ownership.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7452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Joel Vinas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engineering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 Medallion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Daniel Evans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weather integration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delivery &amp; UI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NOAA Integration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383280" cy="4572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55480" y="15087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5548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210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Tony Nguyen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2697480"/>
            <a:ext cx="320040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architecture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S3/Snowflake orchestration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controls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ReMindRAG Repro Audit 17/17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61264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contribution: 33.3% each  •  Full-stack coverage: Ingestion to Deployment to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Next Steps &amp; Vision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hardening, enterprise controls, and rollout scaling.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HyperLogistics  |  2026 RVCC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Safety-Compliant • Explainable AI • Middle-Mile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35661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metamorphic eval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benchmark reporting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test items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queries + 5 metamorphic pairs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57607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5661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100 examples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RBAC controls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 fit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deployment footprint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576072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1371600"/>
            <a:ext cx="35661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1371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ROLLOUT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2148840"/>
            <a:ext cx="35661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2286000"/>
            <a:ext cx="329184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fleet onboarding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carrier partnerships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EVN as default rerouting layer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Middle-mile industry standard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46920" y="5760720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46920" y="5760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93192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63840" y="6099048"/>
            <a:ext cx="5029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EVN as the default explainable rerouting layer for middle-mile operations where safety and trust are non-negotiable.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984</Words>
  <Application>Microsoft Office PowerPoint</Application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tmnc62</cp:lastModifiedBy>
  <cp:revision>1</cp:revision>
  <dcterms:created xsi:type="dcterms:W3CDTF">2026-03-16T06:06:56Z</dcterms:created>
  <dcterms:modified xsi:type="dcterms:W3CDTF">2026-03-16T17:16:38Z</dcterms:modified>
</cp:coreProperties>
</file>